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71eb8a5c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71eb8a5c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9d7ba6d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9d7ba6d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71eb8a5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71eb8a5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1a8271a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1a8271a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1a8271ab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1a8271ab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Caro.Scarbrough@theescapegame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aniqescaperoom.com/chicago/en/escape-rooms#fulton-mark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&amp; Discount Codes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1666875" y="1939025"/>
            <a:ext cx="71820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Maximum $40 budget for snacks and soft drinks for groups up 10 people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alcohol (different rules/forms/etc. through student life)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groups greater than 10, snack budget increased by $5 per person</a:t>
            </a:r>
            <a:endParaRPr sz="1400"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“chill” game nights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8125" y="2194125"/>
            <a:ext cx="1023600" cy="51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Food &amp; Drinks</a:t>
            </a:r>
            <a:endParaRPr sz="1100"/>
          </a:p>
        </p:txBody>
      </p:sp>
      <p:sp>
        <p:nvSpPr>
          <p:cNvPr id="95" name="Google Shape;95;p14"/>
          <p:cNvSpPr/>
          <p:nvPr/>
        </p:nvSpPr>
        <p:spPr>
          <a:xfrm>
            <a:off x="578125" y="3086775"/>
            <a:ext cx="1023600" cy="517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Variety &amp; Accessibility</a:t>
            </a:r>
            <a:endParaRPr sz="1100"/>
          </a:p>
        </p:txBody>
      </p:sp>
      <p:sp>
        <p:nvSpPr>
          <p:cNvPr id="96" name="Google Shape;96;p14"/>
          <p:cNvSpPr/>
          <p:nvPr/>
        </p:nvSpPr>
        <p:spPr>
          <a:xfrm>
            <a:off x="578125" y="3979425"/>
            <a:ext cx="1023600" cy="517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Co-Chair Duties</a:t>
            </a:r>
            <a:endParaRPr sz="11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1666875" y="3869825"/>
            <a:ext cx="71820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games co-chair will host at least one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least one event per week (can skip small group game night the weeks we have larger events if needed)</a:t>
            </a:r>
            <a:endParaRPr sz="1400"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666875" y="2904425"/>
            <a:ext cx="71820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All weekly game nights will mention the game(s) or types of games that will be played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 variety of game types/games and also have a few video game nights per quarter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 game nights different nights of the week (not just one day)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Chill game nights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Registration opens three weeks before the event and closes 10pm the day before the event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Registration can be cancelled up to three days before the event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Ticket is $5; refunded to members after the event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 at Escape Game Chicago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Escape Game contact: 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Caro Scarbrough: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Caro.Scarbrough@theescapegame.com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Historically given rates of $26/person during weekdays before 5pm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charge $15 for members, $30 for non-members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6 people to reserve a room but we’ve been able to get away with booking fewer per room and taking the risk no one else will book because they’re odd times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 at Great Escape Chicago 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675" y="1937375"/>
            <a:ext cx="6037194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 at PanIQ Chicago 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9450" y="2078875"/>
            <a:ext cx="7295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https://paniqescaperoom.com/chicago/en/escape-rooms#fulton-market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20% discount </a:t>
            </a:r>
            <a:r>
              <a:rPr lang="en"/>
              <a:t>code (normally)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If you pre-buy the room after you finish an escape room there, they’ll give you an on-the-spot 30% discount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