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f1ffe18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f1ffe18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ed934e5c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ed934e5c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ed934e5c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ed934e5c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71eb8a5c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271eb8a5c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7316b06b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7316b06b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3e107176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43e107176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ed934e5c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ed934e5c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43e107176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43e107176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71eb8a5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271eb8a5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71eb8a5c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271eb8a5c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forms/d/e/1FAIpQLSfpXS5E3xKENVP6O5g_31RGc9J_-aptZN8cCpmTG2fhdtqkrQ/viewform?usp=header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playactivat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Socials 2025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Games Group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799825" y="1505700"/>
            <a:ext cx="801900" cy="435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Simran</a:t>
            </a:r>
            <a:endParaRPr sz="1000"/>
          </a:p>
        </p:txBody>
      </p:sp>
      <p:sp>
        <p:nvSpPr>
          <p:cNvPr id="93" name="Google Shape;93;p14"/>
          <p:cNvSpPr/>
          <p:nvPr/>
        </p:nvSpPr>
        <p:spPr>
          <a:xfrm>
            <a:off x="799825" y="2062525"/>
            <a:ext cx="801900" cy="435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Miral</a:t>
            </a:r>
            <a:endParaRPr sz="1000"/>
          </a:p>
        </p:txBody>
      </p:sp>
      <p:sp>
        <p:nvSpPr>
          <p:cNvPr id="94" name="Google Shape;94;p14"/>
          <p:cNvSpPr/>
          <p:nvPr/>
        </p:nvSpPr>
        <p:spPr>
          <a:xfrm>
            <a:off x="799825" y="2619350"/>
            <a:ext cx="801900" cy="4353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Saman</a:t>
            </a:r>
            <a:endParaRPr sz="1000"/>
          </a:p>
        </p:txBody>
      </p:sp>
      <p:sp>
        <p:nvSpPr>
          <p:cNvPr id="95" name="Google Shape;95;p14"/>
          <p:cNvSpPr/>
          <p:nvPr/>
        </p:nvSpPr>
        <p:spPr>
          <a:xfrm>
            <a:off x="799825" y="3207050"/>
            <a:ext cx="801900" cy="4353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Divakar</a:t>
            </a:r>
            <a:endParaRPr sz="1000"/>
          </a:p>
        </p:txBody>
      </p:sp>
      <p:sp>
        <p:nvSpPr>
          <p:cNvPr id="96" name="Google Shape;96;p14"/>
          <p:cNvSpPr/>
          <p:nvPr/>
        </p:nvSpPr>
        <p:spPr>
          <a:xfrm>
            <a:off x="799825" y="3794750"/>
            <a:ext cx="801900" cy="4353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Aakash</a:t>
            </a:r>
            <a:endParaRPr sz="1000"/>
          </a:p>
        </p:txBody>
      </p:sp>
      <p:sp>
        <p:nvSpPr>
          <p:cNvPr id="97" name="Google Shape;97;p14"/>
          <p:cNvSpPr/>
          <p:nvPr/>
        </p:nvSpPr>
        <p:spPr>
          <a:xfrm>
            <a:off x="799825" y="4382450"/>
            <a:ext cx="801900" cy="4353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Riti</a:t>
            </a:r>
            <a:endParaRPr sz="1000"/>
          </a:p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11699"/>
          <a:stretch/>
        </p:blipFill>
        <p:spPr>
          <a:xfrm>
            <a:off x="1905025" y="522625"/>
            <a:ext cx="6777074" cy="451767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49050" y="0"/>
            <a:ext cx="14247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March</a:t>
            </a:r>
            <a:endParaRPr b="1"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2288750" y="4502450"/>
            <a:ext cx="381000" cy="384000"/>
          </a:xfrm>
          <a:prstGeom prst="frame">
            <a:avLst>
              <a:gd fmla="val 12500" name="adj1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2406363" y="3113325"/>
            <a:ext cx="5774400" cy="32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Spraaang Break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2406350" y="2497825"/>
            <a:ext cx="5774400" cy="32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Finals Week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7700200" y="3805450"/>
            <a:ext cx="945000" cy="435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Pandemic &amp; Splendor MPP 6ppl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4138" y="679375"/>
            <a:ext cx="7237475" cy="431525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49050" y="0"/>
            <a:ext cx="14247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April</a:t>
            </a:r>
            <a:endParaRPr b="1"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2068125" y="1326650"/>
            <a:ext cx="381000" cy="384000"/>
          </a:xfrm>
          <a:prstGeom prst="frame">
            <a:avLst>
              <a:gd fmla="val 12500" name="adj1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135050" y="2088175"/>
            <a:ext cx="381000" cy="384000"/>
          </a:xfrm>
          <a:prstGeom prst="frame">
            <a:avLst>
              <a:gd fmla="val 12500" name="adj1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8029263" y="2088175"/>
            <a:ext cx="801900" cy="4353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Citadel </a:t>
            </a:r>
            <a:br>
              <a:rPr lang="en" sz="1000"/>
            </a:br>
            <a:r>
              <a:rPr lang="en" sz="1000"/>
              <a:t>8 ppl</a:t>
            </a:r>
            <a:endParaRPr sz="1000"/>
          </a:p>
        </p:txBody>
      </p:sp>
      <p:sp>
        <p:nvSpPr>
          <p:cNvPr id="113" name="Google Shape;113;p15"/>
          <p:cNvSpPr/>
          <p:nvPr/>
        </p:nvSpPr>
        <p:spPr>
          <a:xfrm>
            <a:off x="2868350" y="2906975"/>
            <a:ext cx="914400" cy="4353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Card Games MPP 10 ppl</a:t>
            </a:r>
            <a:endParaRPr sz="1000"/>
          </a:p>
        </p:txBody>
      </p:sp>
      <p:sp>
        <p:nvSpPr>
          <p:cNvPr id="114" name="Google Shape;114;p15"/>
          <p:cNvSpPr/>
          <p:nvPr/>
        </p:nvSpPr>
        <p:spPr>
          <a:xfrm>
            <a:off x="4882100" y="4444500"/>
            <a:ext cx="962100" cy="4353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Word Games MPP 10 ppl</a:t>
            </a:r>
            <a:endParaRPr sz="1000"/>
          </a:p>
        </p:txBody>
      </p:sp>
      <p:sp>
        <p:nvSpPr>
          <p:cNvPr id="115" name="Google Shape;115;p15"/>
          <p:cNvSpPr/>
          <p:nvPr/>
        </p:nvSpPr>
        <p:spPr>
          <a:xfrm>
            <a:off x="6169925" y="2088175"/>
            <a:ext cx="381000" cy="384000"/>
          </a:xfrm>
          <a:prstGeom prst="frame">
            <a:avLst>
              <a:gd fmla="val 12500" name="adj1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799825" y="1505700"/>
            <a:ext cx="801900" cy="435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Simran</a:t>
            </a:r>
            <a:endParaRPr sz="1000"/>
          </a:p>
        </p:txBody>
      </p:sp>
      <p:sp>
        <p:nvSpPr>
          <p:cNvPr id="117" name="Google Shape;117;p15"/>
          <p:cNvSpPr/>
          <p:nvPr/>
        </p:nvSpPr>
        <p:spPr>
          <a:xfrm>
            <a:off x="799825" y="2062525"/>
            <a:ext cx="801900" cy="435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Miral</a:t>
            </a:r>
            <a:endParaRPr sz="1000"/>
          </a:p>
        </p:txBody>
      </p:sp>
      <p:sp>
        <p:nvSpPr>
          <p:cNvPr id="118" name="Google Shape;118;p15"/>
          <p:cNvSpPr/>
          <p:nvPr/>
        </p:nvSpPr>
        <p:spPr>
          <a:xfrm>
            <a:off x="799825" y="2619350"/>
            <a:ext cx="801900" cy="4353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Saman</a:t>
            </a:r>
            <a:endParaRPr sz="1000"/>
          </a:p>
        </p:txBody>
      </p:sp>
      <p:sp>
        <p:nvSpPr>
          <p:cNvPr id="119" name="Google Shape;119;p15"/>
          <p:cNvSpPr/>
          <p:nvPr/>
        </p:nvSpPr>
        <p:spPr>
          <a:xfrm>
            <a:off x="799825" y="3207050"/>
            <a:ext cx="801900" cy="4353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Divakar</a:t>
            </a:r>
            <a:endParaRPr sz="1000"/>
          </a:p>
        </p:txBody>
      </p:sp>
      <p:sp>
        <p:nvSpPr>
          <p:cNvPr id="120" name="Google Shape;120;p15"/>
          <p:cNvSpPr/>
          <p:nvPr/>
        </p:nvSpPr>
        <p:spPr>
          <a:xfrm>
            <a:off x="799825" y="3794750"/>
            <a:ext cx="801900" cy="4353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Aakash</a:t>
            </a:r>
            <a:endParaRPr sz="1000"/>
          </a:p>
        </p:txBody>
      </p:sp>
      <p:sp>
        <p:nvSpPr>
          <p:cNvPr id="121" name="Google Shape;121;p15"/>
          <p:cNvSpPr/>
          <p:nvPr/>
        </p:nvSpPr>
        <p:spPr>
          <a:xfrm>
            <a:off x="799825" y="4382450"/>
            <a:ext cx="801900" cy="4353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Riti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375" y="673113"/>
            <a:ext cx="7237476" cy="432778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06225" y="0"/>
            <a:ext cx="9891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May</a:t>
            </a:r>
            <a:endParaRPr b="1"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8" name="Google Shape;128;p16"/>
          <p:cNvCxnSpPr/>
          <p:nvPr/>
        </p:nvCxnSpPr>
        <p:spPr>
          <a:xfrm>
            <a:off x="1810825" y="4217875"/>
            <a:ext cx="7060200" cy="648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6"/>
          <p:cNvCxnSpPr/>
          <p:nvPr/>
        </p:nvCxnSpPr>
        <p:spPr>
          <a:xfrm flipH="1" rot="10800000">
            <a:off x="1840300" y="4231775"/>
            <a:ext cx="7030500" cy="634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6"/>
          <p:cNvSpPr/>
          <p:nvPr/>
        </p:nvSpPr>
        <p:spPr>
          <a:xfrm>
            <a:off x="5886075" y="2909975"/>
            <a:ext cx="962100" cy="4353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Dice Games 10 ppl </a:t>
            </a:r>
            <a:endParaRPr sz="1000"/>
          </a:p>
        </p:txBody>
      </p:sp>
      <p:sp>
        <p:nvSpPr>
          <p:cNvPr id="131" name="Google Shape;131;p16"/>
          <p:cNvSpPr/>
          <p:nvPr/>
        </p:nvSpPr>
        <p:spPr>
          <a:xfrm>
            <a:off x="2792175" y="2909975"/>
            <a:ext cx="989100" cy="4353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Strategy Games 10 ppl</a:t>
            </a:r>
            <a:endParaRPr sz="1000"/>
          </a:p>
        </p:txBody>
      </p:sp>
      <p:sp>
        <p:nvSpPr>
          <p:cNvPr id="132" name="Google Shape;132;p16"/>
          <p:cNvSpPr/>
          <p:nvPr/>
        </p:nvSpPr>
        <p:spPr>
          <a:xfrm>
            <a:off x="4874500" y="1346250"/>
            <a:ext cx="962100" cy="4353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Word Games MPP 12 ppl</a:t>
            </a:r>
            <a:endParaRPr sz="1000"/>
          </a:p>
        </p:txBody>
      </p:sp>
      <p:sp>
        <p:nvSpPr>
          <p:cNvPr id="133" name="Google Shape;133;p16"/>
          <p:cNvSpPr/>
          <p:nvPr/>
        </p:nvSpPr>
        <p:spPr>
          <a:xfrm>
            <a:off x="2453725" y="4435550"/>
            <a:ext cx="5774400" cy="32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Finals Week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799825" y="1505700"/>
            <a:ext cx="801900" cy="435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Simran</a:t>
            </a:r>
            <a:endParaRPr sz="1000"/>
          </a:p>
        </p:txBody>
      </p:sp>
      <p:sp>
        <p:nvSpPr>
          <p:cNvPr id="135" name="Google Shape;135;p16"/>
          <p:cNvSpPr/>
          <p:nvPr/>
        </p:nvSpPr>
        <p:spPr>
          <a:xfrm>
            <a:off x="799825" y="2062525"/>
            <a:ext cx="801900" cy="435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Miral</a:t>
            </a:r>
            <a:endParaRPr sz="1000"/>
          </a:p>
        </p:txBody>
      </p:sp>
      <p:sp>
        <p:nvSpPr>
          <p:cNvPr id="136" name="Google Shape;136;p16"/>
          <p:cNvSpPr/>
          <p:nvPr/>
        </p:nvSpPr>
        <p:spPr>
          <a:xfrm>
            <a:off x="799825" y="2619350"/>
            <a:ext cx="801900" cy="4353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Saman</a:t>
            </a:r>
            <a:endParaRPr sz="1000"/>
          </a:p>
        </p:txBody>
      </p:sp>
      <p:sp>
        <p:nvSpPr>
          <p:cNvPr id="137" name="Google Shape;137;p16"/>
          <p:cNvSpPr/>
          <p:nvPr/>
        </p:nvSpPr>
        <p:spPr>
          <a:xfrm>
            <a:off x="799825" y="3207050"/>
            <a:ext cx="801900" cy="4353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Divakar</a:t>
            </a:r>
            <a:endParaRPr sz="1000"/>
          </a:p>
        </p:txBody>
      </p:sp>
      <p:sp>
        <p:nvSpPr>
          <p:cNvPr id="138" name="Google Shape;138;p16"/>
          <p:cNvSpPr/>
          <p:nvPr/>
        </p:nvSpPr>
        <p:spPr>
          <a:xfrm>
            <a:off x="799825" y="3794750"/>
            <a:ext cx="801900" cy="4353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Aakash</a:t>
            </a:r>
            <a:endParaRPr sz="1000"/>
          </a:p>
        </p:txBody>
      </p:sp>
      <p:sp>
        <p:nvSpPr>
          <p:cNvPr id="139" name="Google Shape;139;p16"/>
          <p:cNvSpPr/>
          <p:nvPr/>
        </p:nvSpPr>
        <p:spPr>
          <a:xfrm>
            <a:off x="799825" y="4382450"/>
            <a:ext cx="801900" cy="4353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Riti</a:t>
            </a:r>
            <a:endParaRPr sz="1000"/>
          </a:p>
        </p:txBody>
      </p:sp>
      <p:sp>
        <p:nvSpPr>
          <p:cNvPr id="140" name="Google Shape;140;p16"/>
          <p:cNvSpPr/>
          <p:nvPr/>
        </p:nvSpPr>
        <p:spPr>
          <a:xfrm>
            <a:off x="7143750" y="3642350"/>
            <a:ext cx="464886" cy="435294"/>
          </a:xfrm>
          <a:prstGeom prst="lightningBol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3889563" y="3642350"/>
            <a:ext cx="884400" cy="4965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Powergrid + Pandemic 10 ppl</a:t>
            </a:r>
            <a:endParaRPr sz="1000"/>
          </a:p>
        </p:txBody>
      </p:sp>
      <p:sp>
        <p:nvSpPr>
          <p:cNvPr id="142" name="Google Shape;142;p16"/>
          <p:cNvSpPr/>
          <p:nvPr/>
        </p:nvSpPr>
        <p:spPr>
          <a:xfrm>
            <a:off x="799825" y="2062525"/>
            <a:ext cx="801900" cy="435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by Miral</a:t>
            </a:r>
            <a:endParaRPr sz="1000"/>
          </a:p>
        </p:txBody>
      </p:sp>
      <p:sp>
        <p:nvSpPr>
          <p:cNvPr id="143" name="Google Shape;143;p16"/>
          <p:cNvSpPr/>
          <p:nvPr/>
        </p:nvSpPr>
        <p:spPr>
          <a:xfrm>
            <a:off x="7263725" y="3207050"/>
            <a:ext cx="801900" cy="435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Orlean</a:t>
            </a:r>
            <a:br>
              <a:rPr lang="en" sz="1000"/>
            </a:br>
            <a:r>
              <a:rPr lang="en" sz="1000"/>
              <a:t>7 ppl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Group Events (Planning)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 Game Night - Spring 2025 - Riti &amp; Divakar</a:t>
            </a:r>
            <a:endParaRPr/>
          </a:p>
        </p:txBody>
      </p:sp>
      <p:sp>
        <p:nvSpPr>
          <p:cNvPr id="154" name="Google Shape;154;p18"/>
          <p:cNvSpPr txBox="1"/>
          <p:nvPr>
            <p:ph idx="1" type="body"/>
          </p:nvPr>
        </p:nvSpPr>
        <p:spPr>
          <a:xfrm>
            <a:off x="869700" y="1853850"/>
            <a:ext cx="74046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 the tournament games, please sign up for </a:t>
            </a:r>
            <a:r>
              <a:rPr b="1" lang="en" sz="10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at most 3 games</a:t>
            </a:r>
            <a:r>
              <a:rPr lang="en" sz="10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you want to participate in (</a:t>
            </a:r>
            <a:r>
              <a:rPr lang="en" sz="1050">
                <a:solidFill>
                  <a:srgbClr val="3071AB"/>
                </a:solidFill>
                <a:highlight>
                  <a:srgbClr val="FFFFFF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Tournament Sign-up Form</a:t>
            </a:r>
            <a:r>
              <a:rPr lang="en" sz="10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Tournament Games and rewards (all cash amounts will be paid in the form of Amazon gift cards):</a:t>
            </a:r>
            <a:endParaRPr b="1" sz="10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Ludo - Winner gets $10 + Ludo game. Runner-up gets Ludo game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Carrom - Winner gets $20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Chess - Winner gets $10 + Chess game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Housie - $5 for each line. $10 for full house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Odd/Eve - Winner gets $5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Book Cricket - Winner gets $5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3 Patti - Variable based on pot size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Casual Games:</a:t>
            </a:r>
            <a:endParaRPr b="1" sz="10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Saanp Seedi (Snakes and Ladders)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Rummy</a:t>
            </a:r>
            <a:endParaRPr sz="10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Bluff</a:t>
            </a:r>
            <a:endParaRPr sz="1407"/>
          </a:p>
        </p:txBody>
      </p:sp>
      <p:sp>
        <p:nvSpPr>
          <p:cNvPr id="155" name="Google Shape;155;p18"/>
          <p:cNvSpPr/>
          <p:nvPr/>
        </p:nvSpPr>
        <p:spPr>
          <a:xfrm>
            <a:off x="226625" y="750825"/>
            <a:ext cx="464886" cy="435294"/>
          </a:xfrm>
          <a:prstGeom prst="lightningBolt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Escape Rooms - Spring 2025 - Miral, Aakash, Simran</a:t>
            </a:r>
            <a:endParaRPr/>
          </a:p>
        </p:txBody>
      </p:sp>
      <p:sp>
        <p:nvSpPr>
          <p:cNvPr id="161" name="Google Shape;161;p19"/>
          <p:cNvSpPr txBox="1"/>
          <p:nvPr>
            <p:ph idx="1" type="body"/>
          </p:nvPr>
        </p:nvSpPr>
        <p:spPr>
          <a:xfrm>
            <a:off x="691500" y="1918475"/>
            <a:ext cx="77646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7"/>
              <a:t>Date/Times Winter Quarter: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Sunday 3/30 - Rob the Mob at PanIQ in Fulton Market – Miral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Monday 4/7 -  Haunted Hotel at Great Escape Game in River North – Aakash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Thursday 4/10 - Voodoo Spirits at PanIQ in Fulton Market – Simran</a:t>
            </a:r>
            <a:endParaRPr sz="140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br>
              <a:rPr lang="en" sz="1407"/>
            </a:br>
            <a:r>
              <a:rPr lang="en" sz="1407"/>
              <a:t>Official Ratings / Notes: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Rob the Mob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Haunted Hotel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Voodoo Spirits - somewhat easy for being a 9/10 difficulty. 5 people finished in 25 minutes</a:t>
            </a:r>
            <a:endParaRPr sz="1407"/>
          </a:p>
        </p:txBody>
      </p:sp>
      <p:sp>
        <p:nvSpPr>
          <p:cNvPr id="162" name="Google Shape;162;p19"/>
          <p:cNvSpPr/>
          <p:nvPr/>
        </p:nvSpPr>
        <p:spPr>
          <a:xfrm>
            <a:off x="115625" y="717450"/>
            <a:ext cx="381000" cy="384000"/>
          </a:xfrm>
          <a:prstGeom prst="frame">
            <a:avLst>
              <a:gd fmla="val 12500" name="adj1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268025" y="869850"/>
            <a:ext cx="381000" cy="384000"/>
          </a:xfrm>
          <a:prstGeom prst="frame">
            <a:avLst>
              <a:gd fmla="val 12500" name="adj1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420425" y="1022250"/>
            <a:ext cx="381000" cy="384000"/>
          </a:xfrm>
          <a:prstGeom prst="frame">
            <a:avLst>
              <a:gd fmla="val 12500" name="adj1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Group Event Ideas</a:t>
            </a:r>
            <a:endParaRPr/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729450" y="2078875"/>
            <a:ext cx="36825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New Ideas</a:t>
            </a:r>
            <a:endParaRPr b="1"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Trivia night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Mini golf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Chess Tournament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Assassin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t/>
            </a:r>
            <a:endParaRPr sz="1600"/>
          </a:p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4572000" y="2078875"/>
            <a:ext cx="399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Done Previously</a:t>
            </a:r>
            <a:endParaRPr b="1"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Snakes &amp; Lattes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Escape Rooms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Activate!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Arcade Bar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Group Events (historical)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Escape Rooms - Winter 2025 - Organized by Simran</a:t>
            </a:r>
            <a:endParaRPr/>
          </a:p>
        </p:txBody>
      </p:sp>
      <p:sp>
        <p:nvSpPr>
          <p:cNvPr id="182" name="Google Shape;182;p22"/>
          <p:cNvSpPr txBox="1"/>
          <p:nvPr>
            <p:ph idx="1" type="body"/>
          </p:nvPr>
        </p:nvSpPr>
        <p:spPr>
          <a:xfrm>
            <a:off x="691500" y="1918475"/>
            <a:ext cx="77646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7"/>
              <a:t>Date/Times Winter Quarter: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Thursday 1/16 1:40pm - Mysterious Market (5 people)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Friday 1/17 11:00am - Prison Break (4 people)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Friday 1/17 11:00am - Mysterious Market (4 people)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Friday 1/17 11:20am - The Heist (4 people)</a:t>
            </a:r>
            <a:endParaRPr sz="140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br>
              <a:rPr lang="en" sz="1407"/>
            </a:br>
            <a:r>
              <a:rPr lang="en" sz="1407"/>
              <a:t>Official Ratings: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Gold Rush = 7/10 difficulty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Mysterious Market, The Heist,</a:t>
            </a:r>
            <a:r>
              <a:rPr lang="en" sz="1407"/>
              <a:t> Mission Mars**</a:t>
            </a:r>
            <a:r>
              <a:rPr lang="en" sz="1407"/>
              <a:t> = 8/10 difficulty</a:t>
            </a:r>
            <a:endParaRPr sz="1407"/>
          </a:p>
          <a:p>
            <a:pPr indent="-3179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8"/>
              <a:buChar char="-"/>
            </a:pPr>
            <a:r>
              <a:rPr lang="en" sz="1407"/>
              <a:t>Prison Break = 9/10 difficulty</a:t>
            </a:r>
            <a:endParaRPr sz="140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" sz="1407"/>
              <a:t>** Mission Mars felt easier – like a 6 or 7 out of 10; Mysterious Market felt harder (9/10)</a:t>
            </a:r>
            <a:endParaRPr sz="1407"/>
          </a:p>
        </p:txBody>
      </p:sp>
      <p:sp>
        <p:nvSpPr>
          <p:cNvPr id="183" name="Google Shape;183;p22"/>
          <p:cNvSpPr/>
          <p:nvPr/>
        </p:nvSpPr>
        <p:spPr>
          <a:xfrm>
            <a:off x="268925" y="800325"/>
            <a:ext cx="381000" cy="384000"/>
          </a:xfrm>
          <a:prstGeom prst="frame">
            <a:avLst>
              <a:gd fmla="val 12500" name="adj1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Activate - Winter 2025 - Led by Simran</a:t>
            </a:r>
            <a:endParaRPr/>
          </a:p>
        </p:txBody>
      </p:sp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729450" y="2078875"/>
            <a:ext cx="7764600" cy="27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407" u="sng">
                <a:solidFill>
                  <a:schemeClr val="hlink"/>
                </a:solidFill>
                <a:hlinkClick r:id="rId3"/>
              </a:rPr>
              <a:t>https://playactivate.com/</a:t>
            </a:r>
            <a:endParaRPr sz="140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407"/>
              <a:t>13 people per reservation</a:t>
            </a:r>
            <a:endParaRPr sz="140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407"/>
              <a:t>$25/person – charge $15 for members</a:t>
            </a:r>
            <a:endParaRPr sz="140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" sz="1407"/>
              <a:t>Pay for ubers there and back for those without cars</a:t>
            </a:r>
            <a:endParaRPr sz="1407"/>
          </a:p>
        </p:txBody>
      </p:sp>
      <p:sp>
        <p:nvSpPr>
          <p:cNvPr id="190" name="Google Shape;190;p23"/>
          <p:cNvSpPr/>
          <p:nvPr/>
        </p:nvSpPr>
        <p:spPr>
          <a:xfrm>
            <a:off x="277575" y="828875"/>
            <a:ext cx="366552" cy="435294"/>
          </a:xfrm>
          <a:prstGeom prst="lightningBol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